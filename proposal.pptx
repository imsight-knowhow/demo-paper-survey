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StreamDiffusionV2 实时视频扩散平台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商业计划概览</a:t>
            </a:r>
          </a:p>
          <a:p>
            <a:r>
              <a:t>James · 创业导师视角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市场与机会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全球直播与互动视频市场高速增长，规模达数百亿美元</a:t>
            </a:r>
          </a:p>
          <a:p>
            <a:pPr/>
            <a:r>
              <a:t>虚拟主播、互动综艺、直播电商对视频智能需求强烈</a:t>
            </a:r>
          </a:p>
          <a:p>
            <a:pPr/>
            <a:r>
              <a:t>视频扩散模型从离线内容制作走向实时生成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离线视频扩散模型难以直接满足直播级延迟与稳定性</a:t>
            </a:r>
          </a:p>
          <a:p>
            <a:pPr/>
            <a:r>
              <a:t>现有虚拟人方案多依赖传统 2D/3D 与动捕，缺乏生成多样性</a:t>
            </a:r>
          </a:p>
          <a:p>
            <a:pPr/>
            <a:r>
              <a:t>平台自研需要同时掌握模型、GPU 并行与流媒体工程，成本极高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解决方案概览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打造面向直播与互动视频的实时视频扩散基础设施平台</a:t>
            </a:r>
          </a:p>
          <a:p>
            <a:pPr/>
            <a:r>
              <a:t>在不改模型权重的前提下，通过系统级优化实现低延迟与高稳定性</a:t>
            </a:r>
          </a:p>
          <a:p>
            <a:pPr/>
            <a:r>
              <a:t>一体化接入推流/拉流协议、SLO 调度与监控告警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核心技术优势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SLO-aware Batching Scheduler：在延迟预算内最大化 GPU 利用率</a:t>
            </a:r>
          </a:p>
          <a:p>
            <a:pPr/>
            <a:r>
              <a:t>Pipeline-parallel Stream-Batch：多 GPU 流水线并行，接近线性加速</a:t>
            </a:r>
          </a:p>
          <a:p>
            <a:pPr/>
            <a:r>
              <a:t>Rolling KV cache + sink tokens + RoPE 刷新：支持长时稳定直播</a:t>
            </a:r>
          </a:p>
          <a:p>
            <a:pPr/>
            <a:r>
              <a:t>Motion-aware noise schedule：在画质与实时性之间自适应平衡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产品形态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云端实时推理服务：API/流式接口，按使用量计费</a:t>
            </a:r>
          </a:p>
          <a:p>
            <a:pPr/>
            <a:r>
              <a:t>企业版引擎：容器化部署，支持自定义模型与私有化集群</a:t>
            </a:r>
          </a:p>
          <a:p>
            <a:pPr/>
            <a:r>
              <a:t>创作者与主播工具：Studio/插件/OBS 集成，一键开启风格化直播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SaaS/PaaS：按 GPU 计算量、帧数与分辨率计费，提供套餐与 SLA</a:t>
            </a:r>
          </a:p>
          <a:p>
            <a:pPr/>
            <a:r>
              <a:t>企业 License：按节点数/并发流数收取年费，含技术支持与升级</a:t>
            </a:r>
          </a:p>
          <a:p>
            <a:pPr/>
            <a:r>
              <a:t>项目制：虚拟演唱会、虚拟展览等高客单价定制项目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典型客户与场景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虚拟主播机构与内容工厂：统一风格的虚拟形象与场景切换</a:t>
            </a:r>
          </a:p>
          <a:p>
            <a:pPr/>
            <a:r>
              <a:t>直播电商品牌方：品牌滤镜与数字导购员，提升辨识度与转化率</a:t>
            </a:r>
          </a:p>
          <a:p>
            <a:pPr/>
            <a:r>
              <a:t>虚拟演唱会与互动活动：高密度特效与沉浸式虚拟场景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竞争与差异化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区别于 Runway/Pika 等离线视频平台，专注实时直播场景</a:t>
            </a:r>
          </a:p>
          <a:p>
            <a:pPr/>
            <a:r>
              <a:t>区别于传统虚拟人方案，以生成式视频扩散提供更高表达力</a:t>
            </a:r>
          </a:p>
          <a:p>
            <a:pPr/>
            <a:r>
              <a:t>系统工程 + 调度一体化设计，可插拔模型，易与平台/云厂商合作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里程碑与风险应对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12–18 个月：从单路 Demo 到多路并发 MVP，再到商用 PoC 与规模化</a:t>
            </a:r>
          </a:p>
          <a:p>
            <a:pPr/>
            <a:r>
              <a:t>技术与成本风险：持续优化调度与模型，分层产品档位控制毛利</a:t>
            </a:r>
          </a:p>
          <a:p>
            <a:pPr/>
            <a:r>
              <a:t>法律与市场风险：提前做专利 FTO 检索，先深耕虚拟主播与电商场景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